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4E3D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E9E6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PORTFOLIO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Analytics 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Insights &amp; Employee Metrics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280160" cy="0"/>
          </a:xfrm>
          <a:prstGeom prst="line">
            <a:avLst/>
          </a:prstGeom>
          <a:noFill/>
          <a:ln w="38100">
            <a:solidFill>
              <a:srgbClr val="1E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analyzing workforce composition, recruitment channels, performance ratings, and employee satisfaction for a 300+ employee organization.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Sameh El-Hosary  |  Data Analyst &amp; Business Intelligence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6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view of the entire workforce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52B5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rgbClr val="4E3D8C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" y="2315718"/>
            <a:ext cx="534924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need a consolidated view of demographics, recruitment effectiveness, and satisfaction to support hiring and retention decisions.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52B5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240280"/>
            <a:ext cx="685800" cy="685800"/>
          </a:xfrm>
          <a:prstGeom prst="ellipse">
            <a:avLst/>
          </a:prstGeom>
          <a:solidFill>
            <a:srgbClr val="4E3D8C"/>
          </a:solidFill>
          <a:ln/>
        </p:spPr>
      </p:sp>
      <p:pic>
        <p:nvPicPr>
          <p:cNvPr id="11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38" y="231571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060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headcount, department distribution, performance, and satisfaction in one interactive Power BI dashboard.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52B5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240280"/>
            <a:ext cx="685800" cy="685800"/>
          </a:xfrm>
          <a:prstGeom prst="ellipse">
            <a:avLst/>
          </a:prstGeom>
          <a:solidFill>
            <a:srgbClr val="4E3D8C"/>
          </a:solidFill>
          <a:ln/>
        </p:spPr>
      </p:sp>
      <p:pic>
        <p:nvPicPr>
          <p:cNvPr id="16" name="Image 2" descr="icons/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18" y="2315718"/>
            <a:ext cx="534924" cy="5349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4108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HR leadership to monitor workforce health and recruitment channel ROI at a glance.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5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a modern BI toolchain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4E3D8C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1E9E6B"/>
          </a:solidFill>
          <a:ln/>
        </p:spPr>
      </p:sp>
      <p:pic>
        <p:nvPicPr>
          <p:cNvPr id="6" name="Image 0" descr="icons/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0921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&amp; Service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056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4E3D8C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2011680"/>
            <a:ext cx="731520" cy="731520"/>
          </a:xfrm>
          <a:prstGeom prst="ellipse">
            <a:avLst/>
          </a:prstGeom>
          <a:solidFill>
            <a:srgbClr val="1E9E6B"/>
          </a:solidFill>
          <a:ln/>
        </p:spPr>
      </p:sp>
      <p:pic>
        <p:nvPicPr>
          <p:cNvPr id="10" name="Image 1" descr="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627" y="209214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920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Headcount, Active/Term %, Satisfaction %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4E3D8C">
              <a:alpha val="8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8549640" y="2011680"/>
            <a:ext cx="731520" cy="731520"/>
          </a:xfrm>
          <a:prstGeom prst="ellipse">
            <a:avLst/>
          </a:prstGeom>
          <a:solidFill>
            <a:srgbClr val="1E9E6B"/>
          </a:solidFill>
          <a:ln/>
        </p:spPr>
      </p:sp>
      <p:pic>
        <p:nvPicPr>
          <p:cNvPr id="14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07" y="2092147"/>
            <a:ext cx="570586" cy="5705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0" y="1920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 for data prep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4008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structured employee records using Power Query (department, status, recruitment source, performance).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4747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347472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47472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for headcount, gender %, active/terminated %, and satisfaction distribution.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0936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630936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936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single-page HR overview combining KPI cards, demographics, and geographic distribution.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91440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914400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14400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department and hiring-year filters for drill-down into workforce segments.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6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Overview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2704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Head Count, Male/Female split, Active vs. Terminated %, and Total Salaries.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9572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by Marital Status — column chart across 5 categories.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6440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Department — bar chart ranking headcount by department.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3308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— ratings from Fully Meets to PIP.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16168" y="612648"/>
            <a:ext cx="5769864" cy="3246966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352B5E">
                <a:alpha val="20000"/>
              </a:srgbClr>
            </a:outerShdw>
          </a:effectLst>
        </p:spPr>
      </p:sp>
      <p:pic>
        <p:nvPicPr>
          <p:cNvPr id="13" name="Image 0" descr="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623560" cy="310066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B26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 &amp; Satisfaction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1848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Source — bar chart comparing hiring channel effectiveness (Indeed, LinkedIn, Google Search, Referral...).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Satisfaction — donut chart segmenting satisfaction levels from Very High to Very 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5584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breakdown by department shown in a drill-down panel.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28016" cy="128016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2452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— filled map plotting employee locations across the U.S.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16168" y="612648"/>
            <a:ext cx="5769864" cy="3246966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352B5E">
                <a:alpha val="20000"/>
              </a:srgbClr>
            </a:outerShdw>
          </a:effectLst>
        </p:spPr>
      </p:sp>
      <p:pic>
        <p:nvPicPr>
          <p:cNvPr id="13" name="Image 0" descr="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623560" cy="310066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4E3D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E9E6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data, made actionable.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turns scattered employee records into one connected view — helping HR leadership track headcount, recruitment ROI, and satisfaction in real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280160" cy="0"/>
          </a:xfrm>
          <a:prstGeom prst="line">
            <a:avLst/>
          </a:prstGeom>
          <a:noFill/>
          <a:ln w="38100">
            <a:solidFill>
              <a:srgbClr val="1E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Sameh El-Hosary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&amp; Business Intelligence 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linkedin.com/in/sameh-el-hosary-   ·   github.com/SamehElhosary0   ·   sameh.sabry656@gmail.com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2026-07-10T22:30:52Z</dcterms:created>
  <dcterms:modified xsi:type="dcterms:W3CDTF">2026-07-10T22:30:52Z</dcterms:modified>
</cp:coreProperties>
</file>